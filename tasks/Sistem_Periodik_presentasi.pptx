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/>
            </a:pPr>
            <a:r>
              <a:t>SISTEM PERIODIK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PENDAHULUAN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Praktikum Kimia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TUJUAN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Memahami konsep</a:t>
            </a:r>
          </a:p>
          <a:p>
            <a:r>
              <a:t>2. Menerapkan teori</a:t>
            </a:r>
          </a:p>
          <a:p>
            <a:r>
              <a:t>3. Analisis data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LANDASAN TEORI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Teori terkait Sistem Periodik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Metode observasi dan eksperimen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PENGAMATAN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Hasil pengamatan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PEMBAHASAN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Analisis hasil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KESIMPULAN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Kesimpulan praktikum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